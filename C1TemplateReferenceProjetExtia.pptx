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yGx4KADyPzVjh0p3w7VsX/kOt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2c4805f7f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2c4805f7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_FINANCE">
  <p:cSld name="FR_FINANC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738166" y="414651"/>
            <a:ext cx="589078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26549" y="2229522"/>
            <a:ext cx="3206469" cy="1656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326550" y="4432125"/>
            <a:ext cx="3214312" cy="1728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3" type="body"/>
          </p:nvPr>
        </p:nvSpPr>
        <p:spPr>
          <a:xfrm>
            <a:off x="1747791" y="1041167"/>
            <a:ext cx="6265862" cy="32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4" type="body"/>
          </p:nvPr>
        </p:nvSpPr>
        <p:spPr>
          <a:xfrm>
            <a:off x="8890414" y="2229522"/>
            <a:ext cx="2825839" cy="2598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937432" y="6356350"/>
            <a:ext cx="42375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252688" y="6356350"/>
            <a:ext cx="5577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326550" y="1065212"/>
            <a:ext cx="1080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fr-F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1703" y="532687"/>
            <a:ext cx="668939" cy="50269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/>
          <p:nvPr>
            <p:ph idx="5" type="body"/>
          </p:nvPr>
        </p:nvSpPr>
        <p:spPr>
          <a:xfrm>
            <a:off x="8854758" y="56960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32475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21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6" type="body"/>
          </p:nvPr>
        </p:nvSpPr>
        <p:spPr>
          <a:xfrm>
            <a:off x="8854758" y="62167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32475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21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7" type="body"/>
          </p:nvPr>
        </p:nvSpPr>
        <p:spPr>
          <a:xfrm>
            <a:off x="3894830" y="2229521"/>
            <a:ext cx="4598116" cy="3552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_TRANSPORTS">
  <p:cSld name="FR_TRANSPOR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937432" y="6356350"/>
            <a:ext cx="42375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252688" y="6356350"/>
            <a:ext cx="5577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1" name="Google Shape;41;p11"/>
          <p:cNvSpPr txBox="1"/>
          <p:nvPr/>
        </p:nvSpPr>
        <p:spPr>
          <a:xfrm>
            <a:off x="277350" y="1094686"/>
            <a:ext cx="11784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fr-F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TRANSPORTS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9674" y="501107"/>
            <a:ext cx="413752" cy="56546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1"/>
          <p:cNvSpPr txBox="1"/>
          <p:nvPr>
            <p:ph type="title"/>
          </p:nvPr>
        </p:nvSpPr>
        <p:spPr>
          <a:xfrm>
            <a:off x="1738166" y="414651"/>
            <a:ext cx="589078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1747791" y="1041167"/>
            <a:ext cx="6265862" cy="32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8890414" y="2229522"/>
            <a:ext cx="2825839" cy="2598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3" type="body"/>
          </p:nvPr>
        </p:nvSpPr>
        <p:spPr>
          <a:xfrm>
            <a:off x="8854758" y="56960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32475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21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4" type="body"/>
          </p:nvPr>
        </p:nvSpPr>
        <p:spPr>
          <a:xfrm>
            <a:off x="8854758" y="62167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32475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21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11"/>
          <p:cNvSpPr txBox="1"/>
          <p:nvPr>
            <p:ph idx="5" type="body"/>
          </p:nvPr>
        </p:nvSpPr>
        <p:spPr>
          <a:xfrm>
            <a:off x="3894830" y="2229521"/>
            <a:ext cx="4598116" cy="3552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6" type="body"/>
          </p:nvPr>
        </p:nvSpPr>
        <p:spPr>
          <a:xfrm>
            <a:off x="326549" y="2229522"/>
            <a:ext cx="3206469" cy="1656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1"/>
          <p:cNvSpPr txBox="1"/>
          <p:nvPr>
            <p:ph idx="7" type="body"/>
          </p:nvPr>
        </p:nvSpPr>
        <p:spPr>
          <a:xfrm>
            <a:off x="326550" y="4432125"/>
            <a:ext cx="3214312" cy="1728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_SANTÉ">
  <p:cSld name="FR_SANTÉ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937432" y="6356350"/>
            <a:ext cx="42375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252688" y="6356350"/>
            <a:ext cx="5577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4" name="Google Shape;54;p10"/>
          <p:cNvSpPr txBox="1"/>
          <p:nvPr/>
        </p:nvSpPr>
        <p:spPr>
          <a:xfrm>
            <a:off x="326550" y="1065212"/>
            <a:ext cx="1080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fr-F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SANTÉ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9883" y="487641"/>
            <a:ext cx="566249" cy="59004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"/>
          <p:cNvSpPr txBox="1"/>
          <p:nvPr>
            <p:ph type="title"/>
          </p:nvPr>
        </p:nvSpPr>
        <p:spPr>
          <a:xfrm>
            <a:off x="1738166" y="414651"/>
            <a:ext cx="589078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1747791" y="1041167"/>
            <a:ext cx="6265862" cy="32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8890414" y="2229522"/>
            <a:ext cx="2825839" cy="2598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8854758" y="56960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32475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21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4" type="body"/>
          </p:nvPr>
        </p:nvSpPr>
        <p:spPr>
          <a:xfrm>
            <a:off x="8854758" y="62167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32475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21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5" type="body"/>
          </p:nvPr>
        </p:nvSpPr>
        <p:spPr>
          <a:xfrm>
            <a:off x="3894830" y="2229521"/>
            <a:ext cx="4598116" cy="3552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6" type="body"/>
          </p:nvPr>
        </p:nvSpPr>
        <p:spPr>
          <a:xfrm>
            <a:off x="326549" y="2229522"/>
            <a:ext cx="3206469" cy="1656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7" type="body"/>
          </p:nvPr>
        </p:nvSpPr>
        <p:spPr>
          <a:xfrm>
            <a:off x="326550" y="4432125"/>
            <a:ext cx="3214312" cy="1728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_TÉLÉCOMS">
  <p:cSld name="FR_TÉLÉCOM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1" type="ftr"/>
          </p:nvPr>
        </p:nvSpPr>
        <p:spPr>
          <a:xfrm>
            <a:off x="937432" y="6356350"/>
            <a:ext cx="42375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252688" y="6356350"/>
            <a:ext cx="5577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7" name="Google Shape;67;p12"/>
          <p:cNvSpPr txBox="1"/>
          <p:nvPr/>
        </p:nvSpPr>
        <p:spPr>
          <a:xfrm>
            <a:off x="326550" y="1065212"/>
            <a:ext cx="1080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fr-F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TÉLÉCOMS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6571" y="511723"/>
            <a:ext cx="352757" cy="53951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type="title"/>
          </p:nvPr>
        </p:nvSpPr>
        <p:spPr>
          <a:xfrm>
            <a:off x="1738166" y="414651"/>
            <a:ext cx="589078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1747791" y="1041167"/>
            <a:ext cx="6265862" cy="32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2" type="body"/>
          </p:nvPr>
        </p:nvSpPr>
        <p:spPr>
          <a:xfrm>
            <a:off x="8890414" y="2229522"/>
            <a:ext cx="2825839" cy="2598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2"/>
          <p:cNvSpPr txBox="1"/>
          <p:nvPr>
            <p:ph idx="3" type="body"/>
          </p:nvPr>
        </p:nvSpPr>
        <p:spPr>
          <a:xfrm>
            <a:off x="8854758" y="56960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32475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21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4" type="body"/>
          </p:nvPr>
        </p:nvSpPr>
        <p:spPr>
          <a:xfrm>
            <a:off x="8854758" y="62167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32475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21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894830" y="2229521"/>
            <a:ext cx="4598116" cy="3552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6" type="body"/>
          </p:nvPr>
        </p:nvSpPr>
        <p:spPr>
          <a:xfrm>
            <a:off x="326549" y="2229522"/>
            <a:ext cx="3206469" cy="1656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7" type="body"/>
          </p:nvPr>
        </p:nvSpPr>
        <p:spPr>
          <a:xfrm>
            <a:off x="326550" y="4432125"/>
            <a:ext cx="3214312" cy="1728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_RETAIL">
  <p:cSld name="FR_RETAIL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937432" y="6356350"/>
            <a:ext cx="42375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252688" y="6356350"/>
            <a:ext cx="5577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80" name="Google Shape;80;p13"/>
          <p:cNvSpPr txBox="1"/>
          <p:nvPr/>
        </p:nvSpPr>
        <p:spPr>
          <a:xfrm>
            <a:off x="326550" y="1065212"/>
            <a:ext cx="1080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fr-F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6062" y="541187"/>
            <a:ext cx="540976" cy="54097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3"/>
          <p:cNvSpPr txBox="1"/>
          <p:nvPr>
            <p:ph type="title"/>
          </p:nvPr>
        </p:nvSpPr>
        <p:spPr>
          <a:xfrm>
            <a:off x="1738166" y="414651"/>
            <a:ext cx="589078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1747791" y="1041167"/>
            <a:ext cx="6265862" cy="32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2" type="body"/>
          </p:nvPr>
        </p:nvSpPr>
        <p:spPr>
          <a:xfrm>
            <a:off x="8890414" y="2229522"/>
            <a:ext cx="2825839" cy="2598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3" type="body"/>
          </p:nvPr>
        </p:nvSpPr>
        <p:spPr>
          <a:xfrm>
            <a:off x="8854758" y="56960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32475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21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4" type="body"/>
          </p:nvPr>
        </p:nvSpPr>
        <p:spPr>
          <a:xfrm>
            <a:off x="8854758" y="62167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32475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21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5" type="body"/>
          </p:nvPr>
        </p:nvSpPr>
        <p:spPr>
          <a:xfrm>
            <a:off x="3894830" y="2229521"/>
            <a:ext cx="4598116" cy="3552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6" type="body"/>
          </p:nvPr>
        </p:nvSpPr>
        <p:spPr>
          <a:xfrm>
            <a:off x="326549" y="2229522"/>
            <a:ext cx="3206469" cy="1656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7" type="body"/>
          </p:nvPr>
        </p:nvSpPr>
        <p:spPr>
          <a:xfrm>
            <a:off x="326550" y="4432125"/>
            <a:ext cx="3214312" cy="1728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_SECTEUR PUBLIC">
  <p:cSld name="FR_RETAIL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2c4805f7f_0_25"/>
          <p:cNvSpPr txBox="1"/>
          <p:nvPr>
            <p:ph idx="11" type="ftr"/>
          </p:nvPr>
        </p:nvSpPr>
        <p:spPr>
          <a:xfrm>
            <a:off x="937432" y="6356350"/>
            <a:ext cx="4237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62c4805f7f_0_25"/>
          <p:cNvSpPr txBox="1"/>
          <p:nvPr>
            <p:ph idx="12" type="sldNum"/>
          </p:nvPr>
        </p:nvSpPr>
        <p:spPr>
          <a:xfrm>
            <a:off x="252688" y="6356350"/>
            <a:ext cx="55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93" name="Google Shape;93;g362c4805f7f_0_25"/>
          <p:cNvSpPr txBox="1"/>
          <p:nvPr/>
        </p:nvSpPr>
        <p:spPr>
          <a:xfrm>
            <a:off x="326550" y="912812"/>
            <a:ext cx="108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lang="fr-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SECTEUR PUBLIC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62c4805f7f_0_25"/>
          <p:cNvSpPr txBox="1"/>
          <p:nvPr>
            <p:ph type="title"/>
          </p:nvPr>
        </p:nvSpPr>
        <p:spPr>
          <a:xfrm>
            <a:off x="1738166" y="414651"/>
            <a:ext cx="58908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g362c4805f7f_0_25"/>
          <p:cNvSpPr txBox="1"/>
          <p:nvPr>
            <p:ph idx="1" type="body"/>
          </p:nvPr>
        </p:nvSpPr>
        <p:spPr>
          <a:xfrm>
            <a:off x="1747791" y="1041167"/>
            <a:ext cx="6265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g362c4805f7f_0_25"/>
          <p:cNvSpPr txBox="1"/>
          <p:nvPr>
            <p:ph idx="2" type="body"/>
          </p:nvPr>
        </p:nvSpPr>
        <p:spPr>
          <a:xfrm>
            <a:off x="8890414" y="2229522"/>
            <a:ext cx="2825700" cy="25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g362c4805f7f_0_25"/>
          <p:cNvSpPr txBox="1"/>
          <p:nvPr>
            <p:ph idx="3" type="body"/>
          </p:nvPr>
        </p:nvSpPr>
        <p:spPr>
          <a:xfrm>
            <a:off x="8854758" y="5696034"/>
            <a:ext cx="128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32475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21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g362c4805f7f_0_25"/>
          <p:cNvSpPr txBox="1"/>
          <p:nvPr>
            <p:ph idx="4" type="body"/>
          </p:nvPr>
        </p:nvSpPr>
        <p:spPr>
          <a:xfrm>
            <a:off x="8854758" y="6216734"/>
            <a:ext cx="128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32475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21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g362c4805f7f_0_25"/>
          <p:cNvSpPr txBox="1"/>
          <p:nvPr>
            <p:ph idx="5" type="body"/>
          </p:nvPr>
        </p:nvSpPr>
        <p:spPr>
          <a:xfrm>
            <a:off x="3894830" y="2229521"/>
            <a:ext cx="4598100" cy="3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g362c4805f7f_0_25"/>
          <p:cNvSpPr txBox="1"/>
          <p:nvPr>
            <p:ph idx="6" type="body"/>
          </p:nvPr>
        </p:nvSpPr>
        <p:spPr>
          <a:xfrm>
            <a:off x="326549" y="2229522"/>
            <a:ext cx="3206400" cy="16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g362c4805f7f_0_25"/>
          <p:cNvSpPr txBox="1"/>
          <p:nvPr>
            <p:ph idx="7" type="body"/>
          </p:nvPr>
        </p:nvSpPr>
        <p:spPr>
          <a:xfrm>
            <a:off x="326550" y="4432125"/>
            <a:ext cx="3214200" cy="17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g362c4805f7f_0_25"/>
          <p:cNvSpPr/>
          <p:nvPr/>
        </p:nvSpPr>
        <p:spPr>
          <a:xfrm>
            <a:off x="673337" y="572259"/>
            <a:ext cx="386424" cy="386478"/>
          </a:xfrm>
          <a:custGeom>
            <a:rect b="b" l="l" r="r" t="t"/>
            <a:pathLst>
              <a:path extrusionOk="0" h="21600" w="2160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_DIGITAL">
  <p:cSld name="FR_DIGITAL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idx="11" type="ftr"/>
          </p:nvPr>
        </p:nvSpPr>
        <p:spPr>
          <a:xfrm>
            <a:off x="937432" y="6356350"/>
            <a:ext cx="42375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BFBFB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252688" y="6356350"/>
            <a:ext cx="5577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326550" y="1065212"/>
            <a:ext cx="1080000" cy="3693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fr-F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DIGITAL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333" y="508355"/>
            <a:ext cx="612434" cy="57693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>
            <p:ph type="title"/>
          </p:nvPr>
        </p:nvSpPr>
        <p:spPr>
          <a:xfrm>
            <a:off x="1738166" y="414651"/>
            <a:ext cx="589078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14"/>
          <p:cNvSpPr txBox="1"/>
          <p:nvPr>
            <p:ph idx="1" type="body"/>
          </p:nvPr>
        </p:nvSpPr>
        <p:spPr>
          <a:xfrm>
            <a:off x="1747791" y="1041167"/>
            <a:ext cx="6265862" cy="32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14"/>
          <p:cNvSpPr txBox="1"/>
          <p:nvPr>
            <p:ph idx="2" type="body"/>
          </p:nvPr>
        </p:nvSpPr>
        <p:spPr>
          <a:xfrm>
            <a:off x="8890414" y="2229522"/>
            <a:ext cx="2825839" cy="2598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14"/>
          <p:cNvSpPr txBox="1"/>
          <p:nvPr>
            <p:ph idx="3" type="body"/>
          </p:nvPr>
        </p:nvSpPr>
        <p:spPr>
          <a:xfrm>
            <a:off x="8854758" y="56960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32475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21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14"/>
          <p:cNvSpPr txBox="1"/>
          <p:nvPr>
            <p:ph idx="4" type="body"/>
          </p:nvPr>
        </p:nvSpPr>
        <p:spPr>
          <a:xfrm>
            <a:off x="8854758" y="62167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32475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21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21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5" type="body"/>
          </p:nvPr>
        </p:nvSpPr>
        <p:spPr>
          <a:xfrm>
            <a:off x="3894830" y="2229521"/>
            <a:ext cx="4598116" cy="3552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14"/>
          <p:cNvSpPr txBox="1"/>
          <p:nvPr>
            <p:ph idx="6" type="body"/>
          </p:nvPr>
        </p:nvSpPr>
        <p:spPr>
          <a:xfrm>
            <a:off x="326549" y="2229522"/>
            <a:ext cx="3206469" cy="1656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7" type="body"/>
          </p:nvPr>
        </p:nvSpPr>
        <p:spPr>
          <a:xfrm>
            <a:off x="326550" y="4432125"/>
            <a:ext cx="3214312" cy="1728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5"/>
          <p:cNvGrpSpPr/>
          <p:nvPr/>
        </p:nvGrpSpPr>
        <p:grpSpPr>
          <a:xfrm>
            <a:off x="8890414" y="5694787"/>
            <a:ext cx="2975037" cy="325842"/>
            <a:chOff x="8890414" y="5012879"/>
            <a:chExt cx="2975037" cy="325842"/>
          </a:xfrm>
        </p:grpSpPr>
        <p:grpSp>
          <p:nvGrpSpPr>
            <p:cNvPr id="7" name="Google Shape;7;p5"/>
            <p:cNvGrpSpPr/>
            <p:nvPr/>
          </p:nvGrpSpPr>
          <p:grpSpPr>
            <a:xfrm>
              <a:off x="8890414" y="5012879"/>
              <a:ext cx="2975037" cy="325842"/>
              <a:chOff x="-7446275" y="12294049"/>
              <a:chExt cx="20321464" cy="522719"/>
            </a:xfrm>
          </p:grpSpPr>
          <p:sp>
            <p:nvSpPr>
              <p:cNvPr id="8" name="Google Shape;8;p5"/>
              <p:cNvSpPr/>
              <p:nvPr/>
            </p:nvSpPr>
            <p:spPr>
              <a:xfrm>
                <a:off x="-7446275" y="12294049"/>
                <a:ext cx="20321464" cy="522719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0" rotWithShape="0" algn="t" dir="5400000" dist="63500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800"/>
                  <a:buFont typeface="Calibri"/>
                  <a:buNone/>
                </a:pPr>
                <a:r>
                  <a:t/>
                </a:r>
                <a:endParaRPr b="0" i="0" sz="4800" u="none" cap="none" strike="noStrike">
                  <a:solidFill>
                    <a:srgbClr val="213D4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9;p5"/>
              <p:cNvSpPr txBox="1"/>
              <p:nvPr/>
            </p:nvSpPr>
            <p:spPr>
              <a:xfrm>
                <a:off x="4528953" y="12396551"/>
                <a:ext cx="1395297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1" i="0" sz="2000" u="none" cap="none" strike="noStrike">
                  <a:solidFill>
                    <a:srgbClr val="213D4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Google Shape;10;p5"/>
            <p:cNvSpPr/>
            <p:nvPr/>
          </p:nvSpPr>
          <p:spPr>
            <a:xfrm>
              <a:off x="10303333" y="5014428"/>
              <a:ext cx="1562117" cy="322728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fr-FR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NOMBRE D’ETP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" name="Google Shape;11;p5"/>
          <p:cNvGrpSpPr/>
          <p:nvPr/>
        </p:nvGrpSpPr>
        <p:grpSpPr>
          <a:xfrm>
            <a:off x="8890414" y="6215487"/>
            <a:ext cx="2975037" cy="325842"/>
            <a:chOff x="8890414" y="5012879"/>
            <a:chExt cx="2975037" cy="325842"/>
          </a:xfrm>
        </p:grpSpPr>
        <p:grpSp>
          <p:nvGrpSpPr>
            <p:cNvPr id="12" name="Google Shape;12;p5"/>
            <p:cNvGrpSpPr/>
            <p:nvPr/>
          </p:nvGrpSpPr>
          <p:grpSpPr>
            <a:xfrm>
              <a:off x="8890414" y="5012879"/>
              <a:ext cx="2975037" cy="325842"/>
              <a:chOff x="-7446275" y="12294049"/>
              <a:chExt cx="20321464" cy="522719"/>
            </a:xfrm>
          </p:grpSpPr>
          <p:sp>
            <p:nvSpPr>
              <p:cNvPr id="13" name="Google Shape;13;p5"/>
              <p:cNvSpPr/>
              <p:nvPr/>
            </p:nvSpPr>
            <p:spPr>
              <a:xfrm>
                <a:off x="-7446275" y="12294049"/>
                <a:ext cx="20321464" cy="522719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254000" rotWithShape="0" algn="t" dir="5400000" dist="63500">
                  <a:srgbClr val="000000">
                    <a:alpha val="9019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800"/>
                  <a:buFont typeface="Calibri"/>
                  <a:buNone/>
                </a:pPr>
                <a:r>
                  <a:t/>
                </a:r>
                <a:endParaRPr b="0" i="0" sz="4800" u="none" cap="none" strike="noStrike">
                  <a:solidFill>
                    <a:srgbClr val="213D4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5"/>
              <p:cNvSpPr txBox="1"/>
              <p:nvPr/>
            </p:nvSpPr>
            <p:spPr>
              <a:xfrm>
                <a:off x="4528953" y="12396551"/>
                <a:ext cx="1395297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1" i="0" sz="2000" u="none" cap="none" strike="noStrike">
                  <a:solidFill>
                    <a:srgbClr val="213D4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15;p5"/>
            <p:cNvSpPr/>
            <p:nvPr/>
          </p:nvSpPr>
          <p:spPr>
            <a:xfrm>
              <a:off x="10303333" y="5014428"/>
              <a:ext cx="1562117" cy="322728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b="1" i="0" lang="fr-FR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DURÉE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5"/>
          <p:cNvSpPr/>
          <p:nvPr/>
        </p:nvSpPr>
        <p:spPr>
          <a:xfrm>
            <a:off x="328897" y="351884"/>
            <a:ext cx="1080000" cy="1080000"/>
          </a:xfrm>
          <a:prstGeom prst="roundRect">
            <a:avLst>
              <a:gd fmla="val 1237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85726" y="240973"/>
            <a:ext cx="369702" cy="36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5"/>
          <p:cNvSpPr txBox="1"/>
          <p:nvPr>
            <p:ph idx="11" type="ftr"/>
          </p:nvPr>
        </p:nvSpPr>
        <p:spPr>
          <a:xfrm>
            <a:off x="937432" y="6356350"/>
            <a:ext cx="42375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252688" y="6356350"/>
            <a:ext cx="5577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0" name="Google Shape;20;p5"/>
          <p:cNvSpPr txBox="1"/>
          <p:nvPr/>
        </p:nvSpPr>
        <p:spPr>
          <a:xfrm>
            <a:off x="326549" y="1814111"/>
            <a:ext cx="113364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fr-FR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"/>
          <p:cNvSpPr txBox="1"/>
          <p:nvPr/>
        </p:nvSpPr>
        <p:spPr>
          <a:xfrm>
            <a:off x="326549" y="3990011"/>
            <a:ext cx="11208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fr-FR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OBJECTIFS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5"/>
          <p:cNvSpPr txBox="1"/>
          <p:nvPr/>
        </p:nvSpPr>
        <p:spPr>
          <a:xfrm>
            <a:off x="3894830" y="1809863"/>
            <a:ext cx="149271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fr-FR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RÉALISATIONS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"/>
          <p:cNvSpPr txBox="1"/>
          <p:nvPr/>
        </p:nvSpPr>
        <p:spPr>
          <a:xfrm>
            <a:off x="8890414" y="1814111"/>
            <a:ext cx="2586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fr-FR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TECHNOLOGIES UTILISÉES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76860" y="91052"/>
            <a:ext cx="661594" cy="6615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/>
          <p:nvPr>
            <p:ph type="title"/>
          </p:nvPr>
        </p:nvSpPr>
        <p:spPr>
          <a:xfrm>
            <a:off x="1738166" y="414651"/>
            <a:ext cx="58908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fr-FR"/>
              <a:t>FONCTION </a:t>
            </a:r>
            <a:endParaRPr/>
          </a:p>
        </p:txBody>
      </p:sp>
      <p:sp>
        <p:nvSpPr>
          <p:cNvPr id="121" name="Google Shape;121;p1"/>
          <p:cNvSpPr txBox="1"/>
          <p:nvPr>
            <p:ph idx="3" type="body"/>
          </p:nvPr>
        </p:nvSpPr>
        <p:spPr>
          <a:xfrm>
            <a:off x="1747791" y="1041167"/>
            <a:ext cx="6265862" cy="32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22" name="Google Shape;122;p1"/>
          <p:cNvSpPr txBox="1"/>
          <p:nvPr>
            <p:ph idx="5" type="body"/>
          </p:nvPr>
        </p:nvSpPr>
        <p:spPr>
          <a:xfrm>
            <a:off x="8854758" y="56960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75C"/>
              </a:buClr>
              <a:buSzPts val="1200"/>
              <a:buNone/>
            </a:pPr>
            <a:r>
              <a:rPr lang="fr-FR"/>
              <a:t>A renseigner</a:t>
            </a:r>
            <a:endParaRPr/>
          </a:p>
        </p:txBody>
      </p:sp>
      <p:sp>
        <p:nvSpPr>
          <p:cNvPr id="123" name="Google Shape;123;p1"/>
          <p:cNvSpPr/>
          <p:nvPr/>
        </p:nvSpPr>
        <p:spPr>
          <a:xfrm>
            <a:off x="551196" y="2182505"/>
            <a:ext cx="3206469" cy="1815841"/>
          </a:xfrm>
          <a:prstGeom prst="rect">
            <a:avLst/>
          </a:prstGeom>
          <a:solidFill>
            <a:srgbClr val="FEE7D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renseigner de manière impersonnelle.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Présenter en quoi consiste le projet,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dans quel département tu interviens. Dans quelle cadre, sur quel périmètre, avec quels enjeux.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3899397" y="2165772"/>
            <a:ext cx="4655975" cy="1169511"/>
          </a:xfrm>
          <a:prstGeom prst="rect">
            <a:avLst/>
          </a:prstGeom>
          <a:solidFill>
            <a:srgbClr val="FEE7D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renseigner de manière impersonnelle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Détailler en quelques lignes la prestation réalisée sur le périmètre complété par une liste de tâches réalisées.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8992853" y="2191980"/>
            <a:ext cx="2648100" cy="1169700"/>
          </a:xfrm>
          <a:prstGeom prst="rect">
            <a:avLst/>
          </a:prstGeom>
          <a:solidFill>
            <a:srgbClr val="FEE7D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renseigner de manière impersonnelle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Détailler les technologies utilisées sur le périmètre, synthétisant ainsi les compétences attendues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"/>
          <p:cNvCxnSpPr/>
          <p:nvPr/>
        </p:nvCxnSpPr>
        <p:spPr>
          <a:xfrm flipH="1">
            <a:off x="1313088" y="265466"/>
            <a:ext cx="3613645" cy="8057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7" name="Google Shape;127;p1"/>
          <p:cNvSpPr/>
          <p:nvPr/>
        </p:nvSpPr>
        <p:spPr>
          <a:xfrm>
            <a:off x="4926725" y="85025"/>
            <a:ext cx="6596100" cy="746400"/>
          </a:xfrm>
          <a:prstGeom prst="rect">
            <a:avLst/>
          </a:prstGeom>
          <a:solidFill>
            <a:srgbClr val="FEE7D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fr-F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modifier l’icône se rendre, dans « Disposition » après un clic droit sur la diapositive puis sélectionner le bon secteur. </a:t>
            </a:r>
            <a:br>
              <a:rPr b="0" i="0" lang="fr-F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fr-FR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Ecrire en MAJUSCULES la fonction / métier exercé durant la mission chez le client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5263982" y="6294319"/>
            <a:ext cx="2026200" cy="307800"/>
          </a:xfrm>
          <a:prstGeom prst="rect">
            <a:avLst/>
          </a:prstGeom>
          <a:solidFill>
            <a:srgbClr val="FEE7D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Insérer logo client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rot="10800000">
            <a:off x="3818988" y="680667"/>
            <a:ext cx="1061734" cy="695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" name="Google Shape;130;p1"/>
          <p:cNvSpPr/>
          <p:nvPr/>
        </p:nvSpPr>
        <p:spPr>
          <a:xfrm>
            <a:off x="536964" y="4496087"/>
            <a:ext cx="3206469" cy="1815841"/>
          </a:xfrm>
          <a:prstGeom prst="rect">
            <a:avLst/>
          </a:prstGeom>
          <a:solidFill>
            <a:srgbClr val="FEE7D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renseigner de manière impersonnelle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Décrire l’objectif global attendu dans le cadre de cette prestation.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7463008" y="6210577"/>
            <a:ext cx="267577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</a:pPr>
            <a:r>
              <a:rPr b="1" i="0" lang="fr-FR" sz="1200" u="none" cap="none" strike="noStrike">
                <a:solidFill>
                  <a:srgbClr val="32475C"/>
                </a:solidFill>
                <a:latin typeface="Calibri"/>
                <a:ea typeface="Calibri"/>
                <a:cs typeface="Calibri"/>
                <a:sym typeface="Calibri"/>
              </a:rPr>
              <a:t>Indiquer la durée ou si la mission n'est pas  finie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6297225" y="1116348"/>
            <a:ext cx="4656000" cy="507000"/>
          </a:xfrm>
          <a:prstGeom prst="rect">
            <a:avLst/>
          </a:prstGeom>
          <a:solidFill>
            <a:srgbClr val="FEE7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(Optionnel : possibilité d’écrire un complément du titre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 le nom de la société)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"/>
          <p:cNvCxnSpPr/>
          <p:nvPr/>
        </p:nvCxnSpPr>
        <p:spPr>
          <a:xfrm rot="10800000">
            <a:off x="5197072" y="1199235"/>
            <a:ext cx="1061700" cy="6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 txBox="1"/>
          <p:nvPr>
            <p:ph type="title"/>
          </p:nvPr>
        </p:nvSpPr>
        <p:spPr>
          <a:xfrm>
            <a:off x="1738166" y="414651"/>
            <a:ext cx="589078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0" name="Google Shape;140;p2"/>
          <p:cNvSpPr txBox="1"/>
          <p:nvPr>
            <p:ph idx="1" type="body"/>
          </p:nvPr>
        </p:nvSpPr>
        <p:spPr>
          <a:xfrm>
            <a:off x="1747791" y="1041167"/>
            <a:ext cx="6265862" cy="32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1" name="Google Shape;141;p2"/>
          <p:cNvSpPr txBox="1"/>
          <p:nvPr>
            <p:ph idx="2" type="body"/>
          </p:nvPr>
        </p:nvSpPr>
        <p:spPr>
          <a:xfrm>
            <a:off x="8890414" y="2229522"/>
            <a:ext cx="2825839" cy="2598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2" name="Google Shape;142;p2"/>
          <p:cNvSpPr txBox="1"/>
          <p:nvPr>
            <p:ph idx="3" type="body"/>
          </p:nvPr>
        </p:nvSpPr>
        <p:spPr>
          <a:xfrm>
            <a:off x="8854758" y="56960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3" name="Google Shape;143;p2"/>
          <p:cNvSpPr txBox="1"/>
          <p:nvPr>
            <p:ph idx="4" type="body"/>
          </p:nvPr>
        </p:nvSpPr>
        <p:spPr>
          <a:xfrm>
            <a:off x="8854758" y="62167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4" name="Google Shape;144;p2"/>
          <p:cNvSpPr txBox="1"/>
          <p:nvPr>
            <p:ph idx="5" type="body"/>
          </p:nvPr>
        </p:nvSpPr>
        <p:spPr>
          <a:xfrm>
            <a:off x="3894830" y="2229521"/>
            <a:ext cx="4598116" cy="3552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5" name="Google Shape;145;p2"/>
          <p:cNvSpPr txBox="1"/>
          <p:nvPr>
            <p:ph idx="6" type="body"/>
          </p:nvPr>
        </p:nvSpPr>
        <p:spPr>
          <a:xfrm>
            <a:off x="326549" y="2229522"/>
            <a:ext cx="3206469" cy="1656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6" name="Google Shape;146;p2"/>
          <p:cNvSpPr txBox="1"/>
          <p:nvPr>
            <p:ph idx="7" type="body"/>
          </p:nvPr>
        </p:nvSpPr>
        <p:spPr>
          <a:xfrm>
            <a:off x="326550" y="4432125"/>
            <a:ext cx="3214312" cy="1728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"/>
          <p:cNvSpPr txBox="1"/>
          <p:nvPr>
            <p:ph type="title"/>
          </p:nvPr>
        </p:nvSpPr>
        <p:spPr>
          <a:xfrm>
            <a:off x="1738166" y="414651"/>
            <a:ext cx="589078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 txBox="1"/>
          <p:nvPr>
            <p:ph idx="1" type="body"/>
          </p:nvPr>
        </p:nvSpPr>
        <p:spPr>
          <a:xfrm>
            <a:off x="326549" y="2229522"/>
            <a:ext cx="3206469" cy="1656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 txBox="1"/>
          <p:nvPr>
            <p:ph idx="2" type="body"/>
          </p:nvPr>
        </p:nvSpPr>
        <p:spPr>
          <a:xfrm>
            <a:off x="326550" y="4432125"/>
            <a:ext cx="3214312" cy="1728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 txBox="1"/>
          <p:nvPr>
            <p:ph idx="3" type="body"/>
          </p:nvPr>
        </p:nvSpPr>
        <p:spPr>
          <a:xfrm>
            <a:off x="1747791" y="1041167"/>
            <a:ext cx="6265862" cy="32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5" name="Google Shape;155;p3"/>
          <p:cNvSpPr txBox="1"/>
          <p:nvPr>
            <p:ph idx="4" type="body"/>
          </p:nvPr>
        </p:nvSpPr>
        <p:spPr>
          <a:xfrm>
            <a:off x="8890414" y="2229522"/>
            <a:ext cx="2825839" cy="2598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 txBox="1"/>
          <p:nvPr>
            <p:ph idx="12" type="sldNum"/>
          </p:nvPr>
        </p:nvSpPr>
        <p:spPr>
          <a:xfrm>
            <a:off x="252688" y="6356350"/>
            <a:ext cx="5577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57" name="Google Shape;157;p3"/>
          <p:cNvSpPr txBox="1"/>
          <p:nvPr>
            <p:ph idx="5" type="body"/>
          </p:nvPr>
        </p:nvSpPr>
        <p:spPr>
          <a:xfrm>
            <a:off x="8854758" y="56960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8" name="Google Shape;158;p3"/>
          <p:cNvSpPr txBox="1"/>
          <p:nvPr>
            <p:ph idx="6" type="body"/>
          </p:nvPr>
        </p:nvSpPr>
        <p:spPr>
          <a:xfrm>
            <a:off x="8854758" y="62167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9" name="Google Shape;159;p3"/>
          <p:cNvSpPr txBox="1"/>
          <p:nvPr>
            <p:ph idx="7" type="body"/>
          </p:nvPr>
        </p:nvSpPr>
        <p:spPr>
          <a:xfrm>
            <a:off x="3894830" y="2229521"/>
            <a:ext cx="4598116" cy="3552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>
            <p:ph idx="12" type="sldNum"/>
          </p:nvPr>
        </p:nvSpPr>
        <p:spPr>
          <a:xfrm>
            <a:off x="252688" y="6356350"/>
            <a:ext cx="5577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65" name="Google Shape;165;p4"/>
          <p:cNvSpPr txBox="1"/>
          <p:nvPr>
            <p:ph type="title"/>
          </p:nvPr>
        </p:nvSpPr>
        <p:spPr>
          <a:xfrm>
            <a:off x="1738166" y="414651"/>
            <a:ext cx="589078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 txBox="1"/>
          <p:nvPr>
            <p:ph idx="1" type="body"/>
          </p:nvPr>
        </p:nvSpPr>
        <p:spPr>
          <a:xfrm>
            <a:off x="1747791" y="1041167"/>
            <a:ext cx="6265862" cy="32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 txBox="1"/>
          <p:nvPr>
            <p:ph idx="2" type="body"/>
          </p:nvPr>
        </p:nvSpPr>
        <p:spPr>
          <a:xfrm>
            <a:off x="8890414" y="2229522"/>
            <a:ext cx="2825839" cy="2598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 txBox="1"/>
          <p:nvPr>
            <p:ph idx="3" type="body"/>
          </p:nvPr>
        </p:nvSpPr>
        <p:spPr>
          <a:xfrm>
            <a:off x="8854758" y="56960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 txBox="1"/>
          <p:nvPr>
            <p:ph idx="4" type="body"/>
          </p:nvPr>
        </p:nvSpPr>
        <p:spPr>
          <a:xfrm>
            <a:off x="8854758" y="62167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 txBox="1"/>
          <p:nvPr>
            <p:ph idx="5" type="body"/>
          </p:nvPr>
        </p:nvSpPr>
        <p:spPr>
          <a:xfrm>
            <a:off x="3894830" y="2229521"/>
            <a:ext cx="4598116" cy="3552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 txBox="1"/>
          <p:nvPr>
            <p:ph idx="6" type="body"/>
          </p:nvPr>
        </p:nvSpPr>
        <p:spPr>
          <a:xfrm>
            <a:off x="326549" y="2229522"/>
            <a:ext cx="3206469" cy="1656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 txBox="1"/>
          <p:nvPr>
            <p:ph idx="7" type="body"/>
          </p:nvPr>
        </p:nvSpPr>
        <p:spPr>
          <a:xfrm>
            <a:off x="326550" y="4432125"/>
            <a:ext cx="3214312" cy="1728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252688" y="6356350"/>
            <a:ext cx="5577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78" name="Google Shape;178;p27"/>
          <p:cNvSpPr txBox="1"/>
          <p:nvPr>
            <p:ph type="title"/>
          </p:nvPr>
        </p:nvSpPr>
        <p:spPr>
          <a:xfrm>
            <a:off x="1738166" y="414651"/>
            <a:ext cx="589078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1747791" y="1041167"/>
            <a:ext cx="6265862" cy="32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0" name="Google Shape;180;p27"/>
          <p:cNvSpPr txBox="1"/>
          <p:nvPr>
            <p:ph idx="2" type="body"/>
          </p:nvPr>
        </p:nvSpPr>
        <p:spPr>
          <a:xfrm>
            <a:off x="8890414" y="2229522"/>
            <a:ext cx="2825839" cy="2598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1" name="Google Shape;181;p27"/>
          <p:cNvSpPr txBox="1"/>
          <p:nvPr>
            <p:ph idx="3" type="body"/>
          </p:nvPr>
        </p:nvSpPr>
        <p:spPr>
          <a:xfrm>
            <a:off x="8854758" y="56960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2" name="Google Shape;182;p27"/>
          <p:cNvSpPr txBox="1"/>
          <p:nvPr>
            <p:ph idx="4" type="body"/>
          </p:nvPr>
        </p:nvSpPr>
        <p:spPr>
          <a:xfrm>
            <a:off x="8854758" y="62167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3" name="Google Shape;183;p27"/>
          <p:cNvSpPr txBox="1"/>
          <p:nvPr>
            <p:ph idx="5" type="body"/>
          </p:nvPr>
        </p:nvSpPr>
        <p:spPr>
          <a:xfrm>
            <a:off x="3894830" y="2229521"/>
            <a:ext cx="4598116" cy="3552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4" name="Google Shape;184;p27"/>
          <p:cNvSpPr txBox="1"/>
          <p:nvPr>
            <p:ph idx="6" type="body"/>
          </p:nvPr>
        </p:nvSpPr>
        <p:spPr>
          <a:xfrm>
            <a:off x="326549" y="2229522"/>
            <a:ext cx="3206469" cy="1656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5" name="Google Shape;185;p27"/>
          <p:cNvSpPr txBox="1"/>
          <p:nvPr>
            <p:ph idx="7" type="body"/>
          </p:nvPr>
        </p:nvSpPr>
        <p:spPr>
          <a:xfrm>
            <a:off x="326550" y="4432125"/>
            <a:ext cx="3214312" cy="1728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252688" y="6356350"/>
            <a:ext cx="55774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91" name="Google Shape;191;p28"/>
          <p:cNvSpPr txBox="1"/>
          <p:nvPr>
            <p:ph type="title"/>
          </p:nvPr>
        </p:nvSpPr>
        <p:spPr>
          <a:xfrm>
            <a:off x="1738166" y="414651"/>
            <a:ext cx="589078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1747791" y="1041167"/>
            <a:ext cx="6265862" cy="32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 txBox="1"/>
          <p:nvPr>
            <p:ph idx="2" type="body"/>
          </p:nvPr>
        </p:nvSpPr>
        <p:spPr>
          <a:xfrm>
            <a:off x="8890414" y="2229522"/>
            <a:ext cx="2825839" cy="2598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 txBox="1"/>
          <p:nvPr>
            <p:ph idx="3" type="body"/>
          </p:nvPr>
        </p:nvSpPr>
        <p:spPr>
          <a:xfrm>
            <a:off x="8854758" y="56960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5" name="Google Shape;195;p28"/>
          <p:cNvSpPr txBox="1"/>
          <p:nvPr>
            <p:ph idx="4" type="body"/>
          </p:nvPr>
        </p:nvSpPr>
        <p:spPr>
          <a:xfrm>
            <a:off x="8854758" y="6216734"/>
            <a:ext cx="1284028" cy="323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475C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6" name="Google Shape;196;p28"/>
          <p:cNvSpPr txBox="1"/>
          <p:nvPr>
            <p:ph idx="5" type="body"/>
          </p:nvPr>
        </p:nvSpPr>
        <p:spPr>
          <a:xfrm>
            <a:off x="3894830" y="2229521"/>
            <a:ext cx="4598116" cy="3552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28D0BF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7" name="Google Shape;197;p28"/>
          <p:cNvSpPr txBox="1"/>
          <p:nvPr>
            <p:ph idx="6" type="body"/>
          </p:nvPr>
        </p:nvSpPr>
        <p:spPr>
          <a:xfrm>
            <a:off x="326549" y="2229522"/>
            <a:ext cx="3206469" cy="1656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8" name="Google Shape;198;p28"/>
          <p:cNvSpPr txBox="1"/>
          <p:nvPr>
            <p:ph idx="7" type="body"/>
          </p:nvPr>
        </p:nvSpPr>
        <p:spPr>
          <a:xfrm>
            <a:off x="326550" y="4432125"/>
            <a:ext cx="3214312" cy="1728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2c4805f7f_0_40"/>
          <p:cNvSpPr txBox="1"/>
          <p:nvPr>
            <p:ph idx="12" type="sldNum"/>
          </p:nvPr>
        </p:nvSpPr>
        <p:spPr>
          <a:xfrm>
            <a:off x="252688" y="6356350"/>
            <a:ext cx="5577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Calibri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04" name="Google Shape;204;g362c4805f7f_0_40"/>
          <p:cNvSpPr txBox="1"/>
          <p:nvPr>
            <p:ph type="title"/>
          </p:nvPr>
        </p:nvSpPr>
        <p:spPr>
          <a:xfrm>
            <a:off x="1738166" y="414651"/>
            <a:ext cx="5890800" cy="70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62c4805f7f_0_40"/>
          <p:cNvSpPr txBox="1"/>
          <p:nvPr>
            <p:ph idx="1" type="body"/>
          </p:nvPr>
        </p:nvSpPr>
        <p:spPr>
          <a:xfrm>
            <a:off x="1747791" y="1041167"/>
            <a:ext cx="6265800" cy="323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62c4805f7f_0_40"/>
          <p:cNvSpPr txBox="1"/>
          <p:nvPr>
            <p:ph idx="2" type="body"/>
          </p:nvPr>
        </p:nvSpPr>
        <p:spPr>
          <a:xfrm>
            <a:off x="8890414" y="2229522"/>
            <a:ext cx="2825700" cy="259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62c4805f7f_0_40"/>
          <p:cNvSpPr txBox="1"/>
          <p:nvPr>
            <p:ph idx="3" type="body"/>
          </p:nvPr>
        </p:nvSpPr>
        <p:spPr>
          <a:xfrm>
            <a:off x="8854758" y="5696034"/>
            <a:ext cx="1284000" cy="32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62c4805f7f_0_40"/>
          <p:cNvSpPr txBox="1"/>
          <p:nvPr>
            <p:ph idx="4" type="body"/>
          </p:nvPr>
        </p:nvSpPr>
        <p:spPr>
          <a:xfrm>
            <a:off x="8854758" y="6216734"/>
            <a:ext cx="1284000" cy="32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62c4805f7f_0_40"/>
          <p:cNvSpPr txBox="1"/>
          <p:nvPr>
            <p:ph idx="5" type="body"/>
          </p:nvPr>
        </p:nvSpPr>
        <p:spPr>
          <a:xfrm>
            <a:off x="3894830" y="2229521"/>
            <a:ext cx="4598100" cy="35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62c4805f7f_0_40"/>
          <p:cNvSpPr txBox="1"/>
          <p:nvPr>
            <p:ph idx="6" type="body"/>
          </p:nvPr>
        </p:nvSpPr>
        <p:spPr>
          <a:xfrm>
            <a:off x="326549" y="2229522"/>
            <a:ext cx="3206400" cy="165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62c4805f7f_0_40"/>
          <p:cNvSpPr txBox="1"/>
          <p:nvPr>
            <p:ph idx="7" type="body"/>
          </p:nvPr>
        </p:nvSpPr>
        <p:spPr>
          <a:xfrm>
            <a:off x="326550" y="4432125"/>
            <a:ext cx="3214200" cy="172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R_MODELE">
  <a:themeElements>
    <a:clrScheme name="Personnalisé 3">
      <a:dk1>
        <a:srgbClr val="213D48"/>
      </a:dk1>
      <a:lt1>
        <a:srgbClr val="FFFFFF"/>
      </a:lt1>
      <a:dk2>
        <a:srgbClr val="D3D8DA"/>
      </a:dk2>
      <a:lt2>
        <a:srgbClr val="0E1F2A"/>
      </a:lt2>
      <a:accent1>
        <a:srgbClr val="FF8B42"/>
      </a:accent1>
      <a:accent2>
        <a:srgbClr val="FBCB56"/>
      </a:accent2>
      <a:accent3>
        <a:srgbClr val="FF6449"/>
      </a:accent3>
      <a:accent4>
        <a:srgbClr val="8CBB6A"/>
      </a:accent4>
      <a:accent5>
        <a:srgbClr val="56C3C3"/>
      </a:accent5>
      <a:accent6>
        <a:srgbClr val="7F1C7F"/>
      </a:accent6>
      <a:hlink>
        <a:srgbClr val="FEF4DE"/>
      </a:hlink>
      <a:folHlink>
        <a:srgbClr val="FFE0D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2021-03-04T10:40:04Z</dcterms:created>
  <dc:creator>Gilles RAIMABULT</dc:creator>
</cp:coreProperties>
</file>